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1E7A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6FA83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F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 continue des performances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d'annotation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étape par étape : de la baseline aux corrections d'annotation, jusqu'à l'intégration de CamemBERT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modèle d'extraction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  →   2. Correction des annotations Address / Usage Name (+ exclusion des documents non conformes du jeu de test)   →   3. Intégration de CamemBERT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00200"/>
                <a:gridCol w="1920240"/>
                <a:gridCol w="1600200"/>
                <a:gridCol w="146304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(Datapoint)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Perfs initiales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Correction annotations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CamemBERT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+17,2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+15,3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−6,6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−3,8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WifeName_anno → UsageName_anno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d'extraction IDP — amélioration continue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pipeline complet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Perfs initiales   →   2. Exploitation de la MRZ   →   3. Correction annotations Address / Usage Name + exclusion documents non conformes   →   4. CamemBERT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Sauf mention contraire, le modèle utilisé aux étapes 1 à 3 est LiLT (seule l'étape 4 utilise CamemBERT).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114757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88720"/>
                <a:gridCol w="1188720"/>
                <a:gridCol w="1417320"/>
                <a:gridCol w="1371600"/>
                <a:gridCol w="105156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Initiales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MRZ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Corr. annot.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CamemBERT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(1→4)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73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+4,2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+3,4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MrzStrip3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PlaceOfBirth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Signature_anno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−1,1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WifeName → UsageName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+5,3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+5,8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54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−0,6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E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5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+0,2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C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806440"/>
            <a:ext cx="11475720" cy="457200"/>
          </a:xfrm>
          <a:prstGeom prst="roundRect">
            <a:avLst>
              <a:gd name="adj" fmla="val 12000"/>
            </a:avLst>
          </a:prstGeom>
          <a:solidFill>
            <a:srgbClr val="00573F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580644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Quel modèle choisir entre CamemBERT et LiLT ?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challenger avec le Lead DS.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2026-08-07T16:05:22Z</dcterms:created>
  <dcterms:modified xsi:type="dcterms:W3CDTF">2026-08-07T16:05:22Z</dcterms:modified>
</cp:coreProperties>
</file>