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17681-7266-E247-9DD9-3ABAC0948D79}" type="datetimeFigureOut">
              <a:rPr lang="fr-FR" smtClean="0"/>
              <a:t>03/08/2026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495B-8C48-5D44-BE8F-58B02E4C51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44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1E7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FA83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F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 continue des performances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d'annotation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étape par étape : de la baseline aux corrections d'annotation, jusqu'à l'intégration de CamemBERT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modèle d'extraction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Correction des annotations Address / Usage Name (+ exclusion des documents non conformes du jeu de test)   →   3. Intégration de CamemBERT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(Datapoint)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Perfs initiales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Correction annotations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CamemBERT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+18,1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+2,4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+2,4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WifeName_anno → UsageName_anno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 — amélioration continue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pipeline complet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Exploitation de la MRZ   →   3. Correction annotations Address / Usage Name + exclusion documents non conformes   →   4. CamemBERT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 mention contraire, le modèle utilisé aux étapes 1 à 3 est LiLT (seule l'étape 4 utilise CamemBERT).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11475720" cy="914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Initiales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MRZ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Corr. annot.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CamemBERT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(2→3)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(2→4)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Signature_anno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+0,8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 → UsageName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806440"/>
            <a:ext cx="11475720" cy="457200"/>
          </a:xfrm>
          <a:prstGeom prst="roundRect">
            <a:avLst>
              <a:gd name="adj" fmla="val 12000"/>
            </a:avLst>
          </a:prstGeom>
          <a:solidFill>
            <a:srgbClr val="00573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580644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Quel modèle choisir entre CamemBERT et LiLT ?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challenger avec le Lead DS.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Office Theme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taouil.zakaria45@gmail.com</cp:lastModifiedBy>
  <cp:revision>2</cp:revision>
  <dcterms:created xsi:type="dcterms:W3CDTF">2026-08-03T15:47:55Z</dcterms:created>
  <dcterms:modified xsi:type="dcterms:W3CDTF">2026-08-03T15:50:10Z</dcterms:modified>
</cp:coreProperties>
</file>