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921E0-AF4A-B747-83CE-14A160E73E0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D0D74-90F3-454F-BA2F-48E258909F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0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1E7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FA8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6F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 continue des performances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d'annotation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étape par étape : de la baseline aux corrections d'annotation, jusqu'à la comparaison des modèles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modèle d'extraction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Correction des annotations Address / Usage Name (+ exclusion des documents non conformes du jeu de test)   →   3-5. Comparatif de modèles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2 à 5 : modèles évalués après correction des annotations. Meilleur score en gras/vert par ligne.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11475720" cy="914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(Datapoint)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Initiales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LiLT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CamemBERT 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CamemBERT-large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CamemBERTa-v2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+17,2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+15,3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−6,6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+3,8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−3,8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WifeName_anno → UsageName_anno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 — amélioration continue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pipeline complet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→ 2. Exploitation MRZ → 3. Correction annotations + exclusion docs non conformes → 4-6. Comparatif de modèles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0525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3 à 6 : modèles évalués après correction des annotations. Meilleur score en gras/vert par ligne.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11658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Datapoint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Init.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MRZ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LiLT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CB v2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CB-large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CBa-v2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(1→3)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(1→4)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+5,4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+4,2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CardNumber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−2,3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Signature_anno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 → UsageName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+5,3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+5,8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93,6%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94,4%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93,9%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94,1%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 pts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6172200"/>
            <a:ext cx="11658600" cy="384048"/>
          </a:xfrm>
          <a:prstGeom prst="roundRect">
            <a:avLst>
              <a:gd name="adj" fmla="val 14286"/>
            </a:avLst>
          </a:prstGeom>
          <a:solidFill>
            <a:srgbClr val="00573F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617220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Quel modèle choisir ?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Perfs très proches entre LiLT et les CamemBERT — à trancher avec le Lead DS.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 — amélioration continue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Office Theme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taouil.zakaria45@gmail.com</cp:lastModifiedBy>
  <cp:revision>2</cp:revision>
  <dcterms:created xsi:type="dcterms:W3CDTF">2026-08-12T13:06:36Z</dcterms:created>
  <dcterms:modified xsi:type="dcterms:W3CDTF">2026-08-12T13:27:16Z</dcterms:modified>
</cp:coreProperties>
</file>