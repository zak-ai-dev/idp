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presProps" Target="presProps.xml" /><Relationship Id="rId5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B3282-A248-6741-826A-5DAC76AB1AF4}" type="datetimeFigureOut">
              <a:rPr lang="fr-FR" smtClean="0"/>
              <a:t>03/08/2026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27FC1-46F9-7647-9468-FDEBB8CB40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0444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7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1E7A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6FA83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6F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D'EXTRACTION IDP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Amélioration continue des performances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d'annotation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étape par étape : de la baseline aux corrections d'annotation, jusqu'à l'intégration de CamemBERT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Progression du modèle d'extraction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1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Perfs initiales   →   2. Correction des annotations Address / Usage Name (+ exclusion des documents non conformes du jeu de test)   →   3. Intégration de CamemBERT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4953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 (Datapoint)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Perfs initiales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Correction annotations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CamemBERT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(1→2)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(2→3)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+11,5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+6,6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DateOfBirth_anno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−2,2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DeliveryDate_anno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DocumentNumber_anno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FirstName_anno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−3,3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MrzStrip1_anno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MrzStrip2_anno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−1,1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MrzStrip3_anno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−2,2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−2,8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Nationality_anno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PlaceOfBirth_anno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+3,3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−2,8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−2,0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SurName_anno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−2,2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ValidityDate_anno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+2,4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WifeName_anno → UsageName_anno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+8,6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+1,1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d'extraction IDP — amélioration continue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Progression du pipeline complet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Perfs initiales   →   2. Exploitation de la MRZ   →   3. Correction annotations Address / Usage Name + exclusion documents non conformes   →   4. CamemBERT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Sauf mention contraire, le modèle utilisé aux étapes 1 à 3 est LiLT (seule l'étape 4 utilise CamemBERT).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11475720" cy="9144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Initiales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MRZ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Corr. annot.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CamemBERT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(1→2)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(2→3)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(3→4)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+5,4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+0,5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−1,7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DateOfBirth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−0,2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+0,5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+0,3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+2,7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−0,3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−0,7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+1,1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+2,4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+1,3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−1,7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PlaceOfBirth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+2,5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+1,1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Signature_anno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−0,5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+0,8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−1,1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WifeName → UsageName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+5,3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+1,1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+0,4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+0,1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5806440"/>
            <a:ext cx="11475720" cy="457200"/>
          </a:xfrm>
          <a:prstGeom prst="roundRect">
            <a:avLst>
              <a:gd name="adj" fmla="val 12000"/>
            </a:avLst>
          </a:prstGeom>
          <a:solidFill>
            <a:srgbClr val="00573F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5806440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Quel modèle choisir entre CamemBERT et LiLT ? 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challenger avec le Lead DS.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3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Office Theme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taouil.zakaria45@gmail.com</cp:lastModifiedBy>
  <cp:revision>2</cp:revision>
  <dcterms:created xsi:type="dcterms:W3CDTF">2026-08-03T15:27:02Z</dcterms:created>
  <dcterms:modified xsi:type="dcterms:W3CDTF">2026-08-03T15:29:03Z</dcterms:modified>
</cp:coreProperties>
</file>